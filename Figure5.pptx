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BE69"/>
    <a:srgbClr val="6A8CA9"/>
    <a:srgbClr val="DFCADE"/>
    <a:srgbClr val="80D5B8"/>
    <a:srgbClr val="F39595"/>
    <a:srgbClr val="3C9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4"/>
  </p:normalViewPr>
  <p:slideViewPr>
    <p:cSldViewPr snapToGrid="0">
      <p:cViewPr varScale="1">
        <p:scale>
          <a:sx n="98" d="100"/>
          <a:sy n="98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D894-C178-7450-4B3D-743069954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7F95B-B556-6163-F19A-C77F99041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A5740-5FB9-05EC-069A-A036238E6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93B20-B0BD-C635-FE90-151C5CD7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EF9A-5FAA-369F-FC6E-969EE001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5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CC63-2945-EDC8-31F0-D18F440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DEB76-AC8F-F75D-2171-2A7BE185F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5C4F8-7E86-1430-A802-02F45091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59327-FCE3-9CB7-A8C2-FD2B57C4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0867-77E0-417B-BED7-CF671601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3729-8D3C-1A2F-99C9-35441EA2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53FFE-6AEA-149C-8A78-B12AC611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0F230-CF25-68C0-2551-2B85BAEE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0F288-4328-4240-7DA8-F16DA44D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A82B9-7F50-1767-41A3-35A47848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2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01CD-B26A-9FBA-6B6E-A002554F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A0D6F-81D2-EA4B-A619-ECBC4057B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7B57D-6423-3031-740E-1752175EC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5C73E-6794-B977-5F91-ED106DCB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7C52-6CDC-8DE2-15CD-178D5C98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736FE-32D3-C60C-9120-DA4ECAA8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4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0AAD-E865-3F22-408D-48E29E4B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CA150-AAAE-5F36-DD67-147F31F78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771B6-351A-19E7-29DD-AB62C10D4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B65F4-3786-68A0-CB93-BADC61FFE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C2A89-1ECD-FFB2-248E-944357E5A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36D11-CA1C-0CA2-1448-E1583A4B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EC90C-9E59-F6D4-9E18-0CCA4A3D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0CE1C-EB54-16A0-8CEA-F39A4B9B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7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1018-A272-CBD1-6668-FC71B46A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EC082A-7B81-8EE0-D205-8299E13E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01820-FFB0-6D72-A6A3-D27187B8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7381F-56E0-5167-D98A-FB860F85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2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E8B42-3DEE-EB1D-BE44-B6179EF4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53C4C7-47AA-8283-CC2C-28429964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D5646-21CB-ECC9-1C6C-D8E04CDA4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7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37DD-EF5F-1D61-73A5-2E5ED724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96849-38B2-4E12-BDB3-A80461530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9918A-0FDD-9CA7-2B14-FCEF9B984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C42A9-FF12-1FBC-1CAB-42184390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FBFBC-EE2C-DBEE-5D1A-87C4B254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C50FF-DF82-BB91-B7DA-94C353DC3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0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2104-F96A-0E92-8E15-F7102C440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967E1-A2CF-A23A-B995-69C9B817E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018A2-E324-3DF3-7756-DF71EF589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855B1-B230-B44A-CF6F-6058CA6C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29E89-D596-B3B8-ADAF-80D938CB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622F5-A916-DD8A-48B8-043249EA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5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D5559-26C4-DB38-3B9A-661EA072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23F56-5D1B-F30B-8BB9-65F8CF324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C791C-EF34-BB1D-7796-14B22DBD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18470-4EE9-3AF9-2F5B-2E74D76D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E1C3E-C755-8031-F61B-036EEDC1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6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F1835-A87D-98A5-21A4-6F65457EB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A5F81-CB69-DC67-4BDB-87C0444F0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BB5F2-3474-2261-2069-87D0F8A0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7F65E-4408-94BA-92A6-653556BB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2B6FA-0D58-DF07-15FD-26A4DDC8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6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7BDAC-7E55-57BC-46DA-FC96229E7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88FE7-A930-2682-18FB-C0025E8ED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E319F-8307-E64F-247F-429207E14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7973A-CAFD-C442-AAA7-1B3615FE86F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0657-BFE6-054B-02BC-D8B6701F5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54FB-F3F8-8F62-A1A7-306CC8D30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6716B-A020-5D4A-994E-52382491F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4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CBA16E1-47C7-B82A-7F19-EA8D9D109B93}"/>
              </a:ext>
            </a:extLst>
          </p:cNvPr>
          <p:cNvGrpSpPr>
            <a:grpSpLocks noChangeAspect="1"/>
          </p:cNvGrpSpPr>
          <p:nvPr/>
        </p:nvGrpSpPr>
        <p:grpSpPr>
          <a:xfrm>
            <a:off x="6264468" y="223691"/>
            <a:ext cx="1414503" cy="1260000"/>
            <a:chOff x="3312826" y="2197354"/>
            <a:chExt cx="1139253" cy="1014813"/>
          </a:xfrm>
        </p:grpSpPr>
        <p:pic>
          <p:nvPicPr>
            <p:cNvPr id="13" name="Picture 12" descr="A group of balls in a triangle shape&#10;&#10;AI-generated content may be incorrect.">
              <a:extLst>
                <a:ext uri="{FF2B5EF4-FFF2-40B4-BE49-F238E27FC236}">
                  <a16:creationId xmlns:a16="http://schemas.microsoft.com/office/drawing/2014/main" id="{F103F97F-24B3-CF41-FD4F-37140A70E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 l="42622" t="44820" r="42720" b="27486"/>
            <a:stretch/>
          </p:blipFill>
          <p:spPr>
            <a:xfrm>
              <a:off x="3312826" y="2197354"/>
              <a:ext cx="1139253" cy="1014813"/>
            </a:xfrm>
            <a:prstGeom prst="rect">
              <a:avLst/>
            </a:prstGeom>
          </p:spPr>
        </p:pic>
        <p:pic>
          <p:nvPicPr>
            <p:cNvPr id="14" name="Picture 13" descr="A group of colorful balls&#10;&#10;AI-generated content may be incorrect.">
              <a:extLst>
                <a:ext uri="{FF2B5EF4-FFF2-40B4-BE49-F238E27FC236}">
                  <a16:creationId xmlns:a16="http://schemas.microsoft.com/office/drawing/2014/main" id="{A1D0A794-92C9-32C3-C044-403FED3DC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130" t="47445" r="45034" b="30466"/>
            <a:stretch/>
          </p:blipFill>
          <p:spPr>
            <a:xfrm>
              <a:off x="3507698" y="2293495"/>
              <a:ext cx="764499" cy="809469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FFFE22-4813-CC47-5FC2-0A4452A77284}"/>
              </a:ext>
            </a:extLst>
          </p:cNvPr>
          <p:cNvGrpSpPr>
            <a:grpSpLocks noChangeAspect="1"/>
          </p:cNvGrpSpPr>
          <p:nvPr/>
        </p:nvGrpSpPr>
        <p:grpSpPr>
          <a:xfrm>
            <a:off x="8032988" y="223691"/>
            <a:ext cx="1456405" cy="1260000"/>
            <a:chOff x="3432565" y="1893700"/>
            <a:chExt cx="1079649" cy="934054"/>
          </a:xfrm>
        </p:grpSpPr>
        <p:pic>
          <p:nvPicPr>
            <p:cNvPr id="16" name="Picture 15" descr="A colorful balls in a square&#10;&#10;AI-generated content may be incorrect.">
              <a:extLst>
                <a:ext uri="{FF2B5EF4-FFF2-40B4-BE49-F238E27FC236}">
                  <a16:creationId xmlns:a16="http://schemas.microsoft.com/office/drawing/2014/main" id="{4CC9346D-4603-1ACC-9AC8-6EAEA987C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l="44164" t="36534" r="41945" b="37976"/>
            <a:stretch/>
          </p:blipFill>
          <p:spPr>
            <a:xfrm>
              <a:off x="3432565" y="1893700"/>
              <a:ext cx="1079649" cy="934054"/>
            </a:xfrm>
            <a:prstGeom prst="rect">
              <a:avLst/>
            </a:prstGeom>
          </p:spPr>
        </p:pic>
        <p:pic>
          <p:nvPicPr>
            <p:cNvPr id="17" name="Picture 16" descr="A group of colored circles&#10;&#10;AI-generated content may be incorrect.">
              <a:extLst>
                <a:ext uri="{FF2B5EF4-FFF2-40B4-BE49-F238E27FC236}">
                  <a16:creationId xmlns:a16="http://schemas.microsoft.com/office/drawing/2014/main" id="{A4E7CE6C-EE79-094F-E3CC-5F1B980D6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6480" t="38854" r="44648" b="39874"/>
            <a:stretch/>
          </p:blipFill>
          <p:spPr>
            <a:xfrm>
              <a:off x="3612630" y="1978701"/>
              <a:ext cx="689547" cy="77948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6E2AD8-E933-5139-412F-43444EFC2CE3}"/>
              </a:ext>
            </a:extLst>
          </p:cNvPr>
          <p:cNvGrpSpPr>
            <a:grpSpLocks noChangeAspect="1"/>
          </p:cNvGrpSpPr>
          <p:nvPr/>
        </p:nvGrpSpPr>
        <p:grpSpPr>
          <a:xfrm>
            <a:off x="4496779" y="223691"/>
            <a:ext cx="1414504" cy="1260000"/>
            <a:chOff x="3207222" y="1804976"/>
            <a:chExt cx="1171106" cy="1043187"/>
          </a:xfrm>
        </p:grpSpPr>
        <p:pic>
          <p:nvPicPr>
            <p:cNvPr id="19" name="Picture 18" descr="A group of balls in a triangle shape&#10;&#10;AI-generated content may be incorrect.">
              <a:extLst>
                <a:ext uri="{FF2B5EF4-FFF2-40B4-BE49-F238E27FC236}">
                  <a16:creationId xmlns:a16="http://schemas.microsoft.com/office/drawing/2014/main" id="{605964D5-8B0D-DEF1-1B12-460015D3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50000"/>
            </a:blip>
            <a:srcRect l="41265" t="34114" r="43669" b="37419"/>
            <a:stretch/>
          </p:blipFill>
          <p:spPr>
            <a:xfrm>
              <a:off x="3207222" y="1804976"/>
              <a:ext cx="1171106" cy="1043187"/>
            </a:xfrm>
            <a:prstGeom prst="rect">
              <a:avLst/>
            </a:prstGeom>
          </p:spPr>
        </p:pic>
        <p:pic>
          <p:nvPicPr>
            <p:cNvPr id="20" name="Picture 19" descr="A group of colorful balls&#10;&#10;AI-generated content may be incorrect.">
              <a:extLst>
                <a:ext uri="{FF2B5EF4-FFF2-40B4-BE49-F238E27FC236}">
                  <a16:creationId xmlns:a16="http://schemas.microsoft.com/office/drawing/2014/main" id="{C3BF7514-F6E2-BD6E-4FD9-28525ACFA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2623" t="35173" r="45998" b="38238"/>
            <a:stretch/>
          </p:blipFill>
          <p:spPr>
            <a:xfrm>
              <a:off x="3312826" y="1843790"/>
              <a:ext cx="884420" cy="974361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E6D7E5-606E-F3EC-8DCC-D3B0BDBF6190}"/>
              </a:ext>
            </a:extLst>
          </p:cNvPr>
          <p:cNvGrpSpPr>
            <a:grpSpLocks noChangeAspect="1"/>
          </p:cNvGrpSpPr>
          <p:nvPr/>
        </p:nvGrpSpPr>
        <p:grpSpPr>
          <a:xfrm>
            <a:off x="2731712" y="223693"/>
            <a:ext cx="1414510" cy="1260000"/>
            <a:chOff x="3517987" y="1554695"/>
            <a:chExt cx="1236822" cy="1101724"/>
          </a:xfrm>
        </p:grpSpPr>
        <p:pic>
          <p:nvPicPr>
            <p:cNvPr id="22" name="Picture 21" descr="A close up of a pattern&#10;&#10;AI-generated content may be incorrect.">
              <a:extLst>
                <a:ext uri="{FF2B5EF4-FFF2-40B4-BE49-F238E27FC236}">
                  <a16:creationId xmlns:a16="http://schemas.microsoft.com/office/drawing/2014/main" id="{93A51635-8087-FF12-44F9-A9B64D83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50000"/>
            </a:blip>
            <a:srcRect l="45262" t="27285" r="38824" b="42651"/>
            <a:stretch/>
          </p:blipFill>
          <p:spPr>
            <a:xfrm>
              <a:off x="3517987" y="1554695"/>
              <a:ext cx="1236822" cy="1101724"/>
            </a:xfrm>
            <a:prstGeom prst="rect">
              <a:avLst/>
            </a:prstGeom>
          </p:spPr>
        </p:pic>
        <p:pic>
          <p:nvPicPr>
            <p:cNvPr id="23" name="Picture 22" descr="A group of colorful balls in a circle&#10;&#10;AI-generated content may be incorrect.">
              <a:extLst>
                <a:ext uri="{FF2B5EF4-FFF2-40B4-BE49-F238E27FC236}">
                  <a16:creationId xmlns:a16="http://schemas.microsoft.com/office/drawing/2014/main" id="{F2E26E31-1684-EA05-12A5-EAEAD40C5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46866" t="28402" r="40628" b="45192"/>
            <a:stretch/>
          </p:blipFill>
          <p:spPr>
            <a:xfrm>
              <a:off x="3642610" y="1595686"/>
              <a:ext cx="971991" cy="967632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5090613-E002-F75F-C5F6-66C7BBD7AAC4}"/>
              </a:ext>
            </a:extLst>
          </p:cNvPr>
          <p:cNvSpPr txBox="1"/>
          <p:nvPr/>
        </p:nvSpPr>
        <p:spPr>
          <a:xfrm>
            <a:off x="2431441" y="171688"/>
            <a:ext cx="1196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a)</a:t>
            </a:r>
          </a:p>
        </p:txBody>
      </p:sp>
      <p:pic>
        <p:nvPicPr>
          <p:cNvPr id="56" name="Picture 5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54245B5-2F48-FB55-1AA3-FCC054C405E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5580"/>
          <a:stretch/>
        </p:blipFill>
        <p:spPr>
          <a:xfrm>
            <a:off x="2390962" y="1754228"/>
            <a:ext cx="7410075" cy="5103771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5034886-32DA-DB26-CDF9-B5AD148CBD35}"/>
              </a:ext>
            </a:extLst>
          </p:cNvPr>
          <p:cNvGrpSpPr/>
          <p:nvPr/>
        </p:nvGrpSpPr>
        <p:grpSpPr>
          <a:xfrm>
            <a:off x="2717465" y="1495346"/>
            <a:ext cx="6866753" cy="268644"/>
            <a:chOff x="2717465" y="1495346"/>
            <a:chExt cx="6866753" cy="268644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8A29CA7-122C-03BC-B2DC-FCF5D35ED201}"/>
                </a:ext>
              </a:extLst>
            </p:cNvPr>
            <p:cNvGrpSpPr/>
            <p:nvPr/>
          </p:nvGrpSpPr>
          <p:grpSpPr>
            <a:xfrm>
              <a:off x="2717465" y="1502380"/>
              <a:ext cx="1613488" cy="261610"/>
              <a:chOff x="2717465" y="1553180"/>
              <a:chExt cx="1613488" cy="261610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FD3019-85FD-A0C1-7E22-FA65BA8BB46C}"/>
                  </a:ext>
                </a:extLst>
              </p:cNvPr>
              <p:cNvSpPr txBox="1"/>
              <p:nvPr/>
            </p:nvSpPr>
            <p:spPr>
              <a:xfrm>
                <a:off x="2918078" y="1553180"/>
                <a:ext cx="14128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Terrace (CN = 9)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2A56927-49CE-4C3F-286C-63C204080022}"/>
                  </a:ext>
                </a:extLst>
              </p:cNvPr>
              <p:cNvSpPr/>
              <p:nvPr/>
            </p:nvSpPr>
            <p:spPr>
              <a:xfrm>
                <a:off x="2717465" y="1633059"/>
                <a:ext cx="252000" cy="108000"/>
              </a:xfrm>
              <a:prstGeom prst="rect">
                <a:avLst/>
              </a:prstGeom>
              <a:solidFill>
                <a:srgbClr val="3C9394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030F817-E9E8-DB40-717B-141B5D6BBECF}"/>
                </a:ext>
              </a:extLst>
            </p:cNvPr>
            <p:cNvGrpSpPr/>
            <p:nvPr/>
          </p:nvGrpSpPr>
          <p:grpSpPr>
            <a:xfrm>
              <a:off x="4269134" y="1502380"/>
              <a:ext cx="1315024" cy="261610"/>
              <a:chOff x="4079461" y="1553180"/>
              <a:chExt cx="1315024" cy="26161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D0AD367-5C9E-93AE-4B6B-1001975734DA}"/>
                  </a:ext>
                </a:extLst>
              </p:cNvPr>
              <p:cNvSpPr/>
              <p:nvPr/>
            </p:nvSpPr>
            <p:spPr>
              <a:xfrm>
                <a:off x="4079461" y="1633059"/>
                <a:ext cx="252000" cy="108000"/>
              </a:xfrm>
              <a:prstGeom prst="rect">
                <a:avLst/>
              </a:prstGeom>
              <a:solidFill>
                <a:srgbClr val="F39595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23E9F59-20AE-31C6-8B0E-596DE46757ED}"/>
                  </a:ext>
                </a:extLst>
              </p:cNvPr>
              <p:cNvSpPr txBox="1"/>
              <p:nvPr/>
            </p:nvSpPr>
            <p:spPr>
              <a:xfrm>
                <a:off x="4275660" y="1553180"/>
                <a:ext cx="111882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Edge (CN = 7)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A1BD577-6C11-ADF7-75AA-62B3BA51F3E5}"/>
                </a:ext>
              </a:extLst>
            </p:cNvPr>
            <p:cNvGrpSpPr/>
            <p:nvPr/>
          </p:nvGrpSpPr>
          <p:grpSpPr>
            <a:xfrm>
              <a:off x="5652532" y="1498934"/>
              <a:ext cx="1242664" cy="261610"/>
              <a:chOff x="5280660" y="1549734"/>
              <a:chExt cx="1242664" cy="26161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4988A40-B584-2DAD-EC46-9F458C33C8E5}"/>
                  </a:ext>
                </a:extLst>
              </p:cNvPr>
              <p:cNvSpPr/>
              <p:nvPr/>
            </p:nvSpPr>
            <p:spPr>
              <a:xfrm>
                <a:off x="5280660" y="1627670"/>
                <a:ext cx="252000" cy="108000"/>
              </a:xfrm>
              <a:prstGeom prst="rect">
                <a:avLst/>
              </a:prstGeom>
              <a:solidFill>
                <a:srgbClr val="80D5B8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519A734-2718-5F18-CCBF-7DA821E2110D}"/>
                  </a:ext>
                </a:extLst>
              </p:cNvPr>
              <p:cNvSpPr txBox="1"/>
              <p:nvPr/>
            </p:nvSpPr>
            <p:spPr>
              <a:xfrm>
                <a:off x="5477274" y="1549734"/>
                <a:ext cx="104605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Kink (CN = 6)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0B917E4-8D1F-7DE7-51A5-69EEC2C13D00}"/>
                </a:ext>
              </a:extLst>
            </p:cNvPr>
            <p:cNvGrpSpPr/>
            <p:nvPr/>
          </p:nvGrpSpPr>
          <p:grpSpPr>
            <a:xfrm>
              <a:off x="7038425" y="1502380"/>
              <a:ext cx="1205097" cy="261610"/>
              <a:chOff x="6432630" y="1553180"/>
              <a:chExt cx="1205097" cy="26161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02D5FD7-27E6-A60C-FEAD-10A810283EF9}"/>
                  </a:ext>
                </a:extLst>
              </p:cNvPr>
              <p:cNvSpPr/>
              <p:nvPr/>
            </p:nvSpPr>
            <p:spPr>
              <a:xfrm>
                <a:off x="6432630" y="1627670"/>
                <a:ext cx="252000" cy="108000"/>
              </a:xfrm>
              <a:prstGeom prst="rect">
                <a:avLst/>
              </a:prstGeom>
              <a:solidFill>
                <a:srgbClr val="DFCADE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DB47483-FDAC-8FF9-C556-76A6AEE4F6F1}"/>
                  </a:ext>
                </a:extLst>
              </p:cNvPr>
              <p:cNvSpPr txBox="1"/>
              <p:nvPr/>
            </p:nvSpPr>
            <p:spPr>
              <a:xfrm>
                <a:off x="6637542" y="1553180"/>
                <a:ext cx="100018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Ad (CN = 4)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31D46A7-CB7F-3A72-4ACF-325E92A47CC8}"/>
                </a:ext>
              </a:extLst>
            </p:cNvPr>
            <p:cNvGrpSpPr/>
            <p:nvPr/>
          </p:nvGrpSpPr>
          <p:grpSpPr>
            <a:xfrm>
              <a:off x="8319074" y="1495346"/>
              <a:ext cx="563609" cy="261610"/>
              <a:chOff x="7992584" y="1546146"/>
              <a:chExt cx="563609" cy="26161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68D2D0F-1D5C-343E-033A-53530CAC66AE}"/>
                  </a:ext>
                </a:extLst>
              </p:cNvPr>
              <p:cNvSpPr/>
              <p:nvPr/>
            </p:nvSpPr>
            <p:spPr>
              <a:xfrm>
                <a:off x="7992584" y="1633059"/>
                <a:ext cx="252000" cy="108000"/>
              </a:xfrm>
              <a:prstGeom prst="rect">
                <a:avLst/>
              </a:prstGeom>
              <a:solidFill>
                <a:srgbClr val="6A8CA9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8B57F0C-19DA-84DD-B2EF-2315B71D0AAD}"/>
                  </a:ext>
                </a:extLst>
              </p:cNvPr>
              <p:cNvSpPr txBox="1"/>
              <p:nvPr/>
            </p:nvSpPr>
            <p:spPr>
              <a:xfrm>
                <a:off x="8188044" y="1546146"/>
                <a:ext cx="3681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Pd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06FED53-9845-66CF-C41E-37B89139945D}"/>
                </a:ext>
              </a:extLst>
            </p:cNvPr>
            <p:cNvGrpSpPr/>
            <p:nvPr/>
          </p:nvGrpSpPr>
          <p:grpSpPr>
            <a:xfrm>
              <a:off x="9012749" y="1502380"/>
              <a:ext cx="571469" cy="261610"/>
              <a:chOff x="9012749" y="1553180"/>
              <a:chExt cx="571469" cy="26161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2C71DC7-027C-DE1C-F9DC-BD776F4C9145}"/>
                  </a:ext>
                </a:extLst>
              </p:cNvPr>
              <p:cNvSpPr/>
              <p:nvPr/>
            </p:nvSpPr>
            <p:spPr>
              <a:xfrm>
                <a:off x="9012749" y="1633059"/>
                <a:ext cx="252000" cy="108000"/>
              </a:xfrm>
              <a:prstGeom prst="rect">
                <a:avLst/>
              </a:prstGeom>
              <a:solidFill>
                <a:srgbClr val="E6BE69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60C3FA2-D98A-2667-ED53-E849B3F04FE8}"/>
                  </a:ext>
                </a:extLst>
              </p:cNvPr>
              <p:cNvSpPr txBox="1"/>
              <p:nvPr/>
            </p:nvSpPr>
            <p:spPr>
              <a:xfrm>
                <a:off x="9216067" y="1553180"/>
                <a:ext cx="3681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Au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091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28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Antonio Cipriano Marcos</dc:creator>
  <cp:lastModifiedBy>Luis Antonio Cipriano Marcos</cp:lastModifiedBy>
  <cp:revision>5</cp:revision>
  <dcterms:created xsi:type="dcterms:W3CDTF">2025-07-02T15:37:58Z</dcterms:created>
  <dcterms:modified xsi:type="dcterms:W3CDTF">2025-07-08T15:56:47Z</dcterms:modified>
</cp:coreProperties>
</file>